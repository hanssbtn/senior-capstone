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2918400" cy="43891200"/>
  <p:notesSz cx="32099250" cy="4374832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48" userDrawn="1">
          <p15:clr>
            <a:srgbClr val="A4A3A4"/>
          </p15:clr>
        </p15:guide>
        <p15:guide id="2" orient="horz" pos="26928" userDrawn="1">
          <p15:clr>
            <a:srgbClr val="A4A3A4"/>
          </p15:clr>
        </p15:guide>
        <p15:guide id="3" orient="horz" pos="2864" userDrawn="1">
          <p15:clr>
            <a:srgbClr val="A4A3A4"/>
          </p15:clr>
        </p15:guide>
        <p15:guide id="4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64"/>
    <a:srgbClr val="EAEAEA"/>
    <a:srgbClr val="C0C0C0"/>
    <a:srgbClr val="0046D2"/>
    <a:srgbClr val="FF0000"/>
    <a:srgbClr val="698ED9"/>
    <a:srgbClr val="A7C4FF"/>
    <a:srgbClr val="003399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B0BE68-E58C-4874-BA7D-926EB0784336}" v="9" dt="2025-04-17T06:13:15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877" autoAdjust="0"/>
    <p:restoredTop sz="94660"/>
  </p:normalViewPr>
  <p:slideViewPr>
    <p:cSldViewPr snapToGrid="0">
      <p:cViewPr varScale="1">
        <p:scale>
          <a:sx n="10" d="100"/>
          <a:sy n="10" d="100"/>
        </p:scale>
        <p:origin x="2468" y="84"/>
      </p:cViewPr>
      <p:guideLst>
        <p:guide orient="horz" pos="6448"/>
        <p:guide orient="horz" pos="26928"/>
        <p:guide orient="horz" pos="2864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gni Catur Bhakti" userId="f9a632e2-3d1c-4129-8831-5c803081b8af" providerId="ADAL" clId="{A4B0BE68-E58C-4874-BA7D-926EB0784336}"/>
    <pc:docChg chg="undo custSel addSld delSld modSld modMainMaster modNotesMaster">
      <pc:chgData name="Muhammad Agni Catur Bhakti" userId="f9a632e2-3d1c-4129-8831-5c803081b8af" providerId="ADAL" clId="{A4B0BE68-E58C-4874-BA7D-926EB0784336}" dt="2025-04-22T02:08:15.092" v="52" actId="14100"/>
      <pc:docMkLst>
        <pc:docMk/>
      </pc:docMkLst>
      <pc:sldChg chg="addSp delSp modSp mod modNotes">
        <pc:chgData name="Muhammad Agni Catur Bhakti" userId="f9a632e2-3d1c-4129-8831-5c803081b8af" providerId="ADAL" clId="{A4B0BE68-E58C-4874-BA7D-926EB0784336}" dt="2025-04-22T02:08:15.092" v="52" actId="14100"/>
        <pc:sldMkLst>
          <pc:docMk/>
          <pc:sldMk cId="0" sldId="256"/>
        </pc:sldMkLst>
        <pc:spChg chg="mod topLvl">
          <ac:chgData name="Muhammad Agni Catur Bhakti" userId="f9a632e2-3d1c-4129-8831-5c803081b8af" providerId="ADAL" clId="{A4B0BE68-E58C-4874-BA7D-926EB0784336}" dt="2025-04-17T06:11:45.112" v="28" actId="1410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Muhammad Agni Catur Bhakti" userId="f9a632e2-3d1c-4129-8831-5c803081b8af" providerId="ADAL" clId="{A4B0BE68-E58C-4874-BA7D-926EB0784336}" dt="2025-04-17T06:11:41.208" v="27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Muhammad Agni Catur Bhakti" userId="f9a632e2-3d1c-4129-8831-5c803081b8af" providerId="ADAL" clId="{A4B0BE68-E58C-4874-BA7D-926EB0784336}" dt="2025-04-17T06:11:41.208" v="27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Muhammad Agni Catur Bhakti" userId="f9a632e2-3d1c-4129-8831-5c803081b8af" providerId="ADAL" clId="{A4B0BE68-E58C-4874-BA7D-926EB0784336}" dt="2025-04-17T06:11:41.208" v="27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Muhammad Agni Catur Bhakti" userId="f9a632e2-3d1c-4129-8831-5c803081b8af" providerId="ADAL" clId="{A4B0BE68-E58C-4874-BA7D-926EB0784336}" dt="2025-04-17T06:11:41.208" v="27" actId="1076"/>
          <ac:spMkLst>
            <pc:docMk/>
            <pc:sldMk cId="0" sldId="256"/>
            <ac:spMk id="24" creationId="{67696F18-98F3-4CA7-8717-540D8422BA2B}"/>
          </ac:spMkLst>
        </pc:spChg>
        <pc:spChg chg="mod">
          <ac:chgData name="Muhammad Agni Catur Bhakti" userId="f9a632e2-3d1c-4129-8831-5c803081b8af" providerId="ADAL" clId="{A4B0BE68-E58C-4874-BA7D-926EB0784336}" dt="2025-04-17T06:11:41.208" v="27" actId="1076"/>
          <ac:spMkLst>
            <pc:docMk/>
            <pc:sldMk cId="0" sldId="256"/>
            <ac:spMk id="25" creationId="{F7B2E280-064A-46DC-8E13-7FE6CE38FD41}"/>
          </ac:spMkLst>
        </pc:spChg>
        <pc:spChg chg="mod">
          <ac:chgData name="Muhammad Agni Catur Bhakti" userId="f9a632e2-3d1c-4129-8831-5c803081b8af" providerId="ADAL" clId="{A4B0BE68-E58C-4874-BA7D-926EB0784336}" dt="2025-04-17T06:11:41.208" v="27" actId="1076"/>
          <ac:spMkLst>
            <pc:docMk/>
            <pc:sldMk cId="0" sldId="256"/>
            <ac:spMk id="26" creationId="{0343B25F-338C-4241-876C-CE1E9A00B382}"/>
          </ac:spMkLst>
        </pc:spChg>
        <pc:spChg chg="mod">
          <ac:chgData name="Muhammad Agni Catur Bhakti" userId="f9a632e2-3d1c-4129-8831-5c803081b8af" providerId="ADAL" clId="{A4B0BE68-E58C-4874-BA7D-926EB0784336}" dt="2025-04-17T06:09:26.312" v="12"/>
          <ac:spMkLst>
            <pc:docMk/>
            <pc:sldMk cId="0" sldId="256"/>
            <ac:spMk id="30" creationId="{8A0DE85B-CFD1-4702-B730-917A031A435B}"/>
          </ac:spMkLst>
        </pc:spChg>
        <pc:spChg chg="mod">
          <ac:chgData name="Muhammad Agni Catur Bhakti" userId="f9a632e2-3d1c-4129-8831-5c803081b8af" providerId="ADAL" clId="{A4B0BE68-E58C-4874-BA7D-926EB0784336}" dt="2025-04-17T06:11:41.208" v="27" actId="1076"/>
          <ac:spMkLst>
            <pc:docMk/>
            <pc:sldMk cId="0" sldId="256"/>
            <ac:spMk id="32" creationId="{E21E3F11-860A-4627-AD2D-A66412C824FF}"/>
          </ac:spMkLst>
        </pc:spChg>
        <pc:spChg chg="mod">
          <ac:chgData name="Muhammad Agni Catur Bhakti" userId="f9a632e2-3d1c-4129-8831-5c803081b8af" providerId="ADAL" clId="{A4B0BE68-E58C-4874-BA7D-926EB0784336}" dt="2025-04-17T06:11:41.208" v="27" actId="1076"/>
          <ac:spMkLst>
            <pc:docMk/>
            <pc:sldMk cId="0" sldId="256"/>
            <ac:spMk id="2058" creationId="{00000000-0000-0000-0000-000000000000}"/>
          </ac:spMkLst>
        </pc:spChg>
        <pc:spChg chg="mod topLvl">
          <ac:chgData name="Muhammad Agni Catur Bhakti" userId="f9a632e2-3d1c-4129-8831-5c803081b8af" providerId="ADAL" clId="{A4B0BE68-E58C-4874-BA7D-926EB0784336}" dt="2025-04-22T02:08:15.092" v="52" actId="14100"/>
          <ac:spMkLst>
            <pc:docMk/>
            <pc:sldMk cId="0" sldId="256"/>
            <ac:spMk id="2059" creationId="{00000000-0000-0000-0000-000000000000}"/>
          </ac:spMkLst>
        </pc:spChg>
        <pc:spChg chg="mod topLvl">
          <ac:chgData name="Muhammad Agni Catur Bhakti" userId="f9a632e2-3d1c-4129-8831-5c803081b8af" providerId="ADAL" clId="{A4B0BE68-E58C-4874-BA7D-926EB0784336}" dt="2025-04-17T06:13:15.090" v="32" actId="165"/>
          <ac:spMkLst>
            <pc:docMk/>
            <pc:sldMk cId="0" sldId="256"/>
            <ac:spMk id="2061" creationId="{00000000-0000-0000-0000-000000000000}"/>
          </ac:spMkLst>
        </pc:spChg>
        <pc:spChg chg="mod topLvl">
          <ac:chgData name="Muhammad Agni Catur Bhakti" userId="f9a632e2-3d1c-4129-8831-5c803081b8af" providerId="ADAL" clId="{A4B0BE68-E58C-4874-BA7D-926EB0784336}" dt="2025-04-17T06:14:05.069" v="38" actId="1035"/>
          <ac:spMkLst>
            <pc:docMk/>
            <pc:sldMk cId="0" sldId="256"/>
            <ac:spMk id="2062" creationId="{00000000-0000-0000-0000-000000000000}"/>
          </ac:spMkLst>
        </pc:spChg>
        <pc:spChg chg="mod topLvl">
          <ac:chgData name="Muhammad Agni Catur Bhakti" userId="f9a632e2-3d1c-4129-8831-5c803081b8af" providerId="ADAL" clId="{A4B0BE68-E58C-4874-BA7D-926EB0784336}" dt="2025-04-17T06:13:15.090" v="32" actId="165"/>
          <ac:spMkLst>
            <pc:docMk/>
            <pc:sldMk cId="0" sldId="256"/>
            <ac:spMk id="2064" creationId="{00000000-0000-0000-0000-000000000000}"/>
          </ac:spMkLst>
        </pc:spChg>
        <pc:spChg chg="mod topLvl">
          <ac:chgData name="Muhammad Agni Catur Bhakti" userId="f9a632e2-3d1c-4129-8831-5c803081b8af" providerId="ADAL" clId="{A4B0BE68-E58C-4874-BA7D-926EB0784336}" dt="2025-04-17T06:12:39.144" v="31" actId="1076"/>
          <ac:spMkLst>
            <pc:docMk/>
            <pc:sldMk cId="0" sldId="256"/>
            <ac:spMk id="2075" creationId="{00000000-0000-0000-0000-000000000000}"/>
          </ac:spMkLst>
        </pc:spChg>
        <pc:spChg chg="mod topLvl">
          <ac:chgData name="Muhammad Agni Catur Bhakti" userId="f9a632e2-3d1c-4129-8831-5c803081b8af" providerId="ADAL" clId="{A4B0BE68-E58C-4874-BA7D-926EB0784336}" dt="2025-04-17T06:12:39.144" v="31" actId="1076"/>
          <ac:spMkLst>
            <pc:docMk/>
            <pc:sldMk cId="0" sldId="256"/>
            <ac:spMk id="2086" creationId="{00000000-0000-0000-0000-000000000000}"/>
          </ac:spMkLst>
        </pc:spChg>
        <pc:spChg chg="mod">
          <ac:chgData name="Muhammad Agni Catur Bhakti" userId="f9a632e2-3d1c-4129-8831-5c803081b8af" providerId="ADAL" clId="{A4B0BE68-E58C-4874-BA7D-926EB0784336}" dt="2025-04-17T06:11:41.208" v="27" actId="1076"/>
          <ac:spMkLst>
            <pc:docMk/>
            <pc:sldMk cId="0" sldId="256"/>
            <ac:spMk id="2087" creationId="{00000000-0000-0000-0000-000000000000}"/>
          </ac:spMkLst>
        </pc:spChg>
        <pc:spChg chg="mod topLvl">
          <ac:chgData name="Muhammad Agni Catur Bhakti" userId="f9a632e2-3d1c-4129-8831-5c803081b8af" providerId="ADAL" clId="{A4B0BE68-E58C-4874-BA7D-926EB0784336}" dt="2025-04-17T06:12:26.467" v="30" actId="14100"/>
          <ac:spMkLst>
            <pc:docMk/>
            <pc:sldMk cId="0" sldId="256"/>
            <ac:spMk id="2088" creationId="{00000000-0000-0000-0000-000000000000}"/>
          </ac:spMkLst>
        </pc:spChg>
        <pc:spChg chg="mod">
          <ac:chgData name="Muhammad Agni Catur Bhakti" userId="f9a632e2-3d1c-4129-8831-5c803081b8af" providerId="ADAL" clId="{A4B0BE68-E58C-4874-BA7D-926EB0784336}" dt="2025-04-17T06:11:41.208" v="27" actId="1076"/>
          <ac:spMkLst>
            <pc:docMk/>
            <pc:sldMk cId="0" sldId="256"/>
            <ac:spMk id="2091" creationId="{00000000-0000-0000-0000-000000000000}"/>
          </ac:spMkLst>
        </pc:spChg>
        <pc:spChg chg="mod topLvl">
          <ac:chgData name="Muhammad Agni Catur Bhakti" userId="f9a632e2-3d1c-4129-8831-5c803081b8af" providerId="ADAL" clId="{A4B0BE68-E58C-4874-BA7D-926EB0784336}" dt="2025-04-17T06:13:15.090" v="32" actId="165"/>
          <ac:spMkLst>
            <pc:docMk/>
            <pc:sldMk cId="0" sldId="256"/>
            <ac:spMk id="2097" creationId="{00000000-0000-0000-0000-000000000000}"/>
          </ac:spMkLst>
        </pc:spChg>
        <pc:picChg chg="mod topLvl">
          <ac:chgData name="Muhammad Agni Catur Bhakti" userId="f9a632e2-3d1c-4129-8831-5c803081b8af" providerId="ADAL" clId="{A4B0BE68-E58C-4874-BA7D-926EB0784336}" dt="2025-04-17T06:13:34.709" v="35" actId="14100"/>
          <ac:picMkLst>
            <pc:docMk/>
            <pc:sldMk cId="0" sldId="256"/>
            <ac:picMk id="29" creationId="{3B3F8BE5-3ADD-465C-9156-10C73CFD1164}"/>
          </ac:picMkLst>
        </pc:picChg>
      </pc:sldChg>
      <pc:sldChg chg="add del">
        <pc:chgData name="Muhammad Agni Catur Bhakti" userId="f9a632e2-3d1c-4129-8831-5c803081b8af" providerId="ADAL" clId="{A4B0BE68-E58C-4874-BA7D-926EB0784336}" dt="2025-04-17T06:14:18.287" v="39" actId="47"/>
        <pc:sldMkLst>
          <pc:docMk/>
          <pc:sldMk cId="654047575" sldId="257"/>
        </pc:sldMkLst>
      </pc:sldChg>
      <pc:sldMasterChg chg="modSp">
        <pc:chgData name="Muhammad Agni Catur Bhakti" userId="f9a632e2-3d1c-4129-8831-5c803081b8af" providerId="ADAL" clId="{A4B0BE68-E58C-4874-BA7D-926EB0784336}" dt="2025-04-17T06:09:26.312" v="12"/>
        <pc:sldMasterMkLst>
          <pc:docMk/>
          <pc:sldMasterMk cId="0" sldId="2147483648"/>
        </pc:sldMasterMkLst>
        <pc:spChg chg="mod">
          <ac:chgData name="Muhammad Agni Catur Bhakti" userId="f9a632e2-3d1c-4129-8831-5c803081b8af" providerId="ADAL" clId="{A4B0BE68-E58C-4874-BA7D-926EB0784336}" dt="2025-04-17T06:09:26.312" v="12"/>
          <ac:spMkLst>
            <pc:docMk/>
            <pc:sldMasterMk cId="0" sldId="2147483648"/>
            <ac:spMk id="4" creationId="{4839A897-3608-4B3C-B0EF-8356550C6F0C}"/>
          </ac:spMkLst>
        </pc:spChg>
        <pc:spChg chg="mod">
          <ac:chgData name="Muhammad Agni Catur Bhakti" userId="f9a632e2-3d1c-4129-8831-5c803081b8af" providerId="ADAL" clId="{A4B0BE68-E58C-4874-BA7D-926EB0784336}" dt="2025-04-17T06:09:26.312" v="12"/>
          <ac:spMkLst>
            <pc:docMk/>
            <pc:sldMasterMk cId="0" sldId="2147483648"/>
            <ac:spMk id="7" creationId="{00000000-0000-0000-0000-000000000000}"/>
          </ac:spMkLst>
        </pc:spChg>
        <pc:picChg chg="mod">
          <ac:chgData name="Muhammad Agni Catur Bhakti" userId="f9a632e2-3d1c-4129-8831-5c803081b8af" providerId="ADAL" clId="{A4B0BE68-E58C-4874-BA7D-926EB0784336}" dt="2025-04-17T06:09:26.312" v="12"/>
          <ac:picMkLst>
            <pc:docMk/>
            <pc:sldMasterMk cId="0" sldId="2147483648"/>
            <ac:picMk id="5" creationId="{00000000-0000-0000-0000-000000000000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13909677" cy="2187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06" tIns="217353" rIns="434706" bIns="217353" numCol="1" anchor="t" anchorCtr="0" compatLnSpc="1">
            <a:prstTxWarp prst="textNoShape">
              <a:avLst/>
            </a:prstTxWarp>
          </a:bodyPr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8181987" y="2"/>
            <a:ext cx="13909677" cy="2187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06" tIns="217353" rIns="434706" bIns="217353" numCol="1" anchor="t" anchorCtr="0" compatLnSpc="1">
            <a:prstTxWarp prst="textNoShape">
              <a:avLst/>
            </a:prstTxWarp>
          </a:bodyPr>
          <a:lstStyle>
            <a:lvl1pPr algn="r">
              <a:defRPr sz="5700"/>
            </a:lvl1pPr>
          </a:lstStyle>
          <a:p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9650" y="3276600"/>
            <a:ext cx="12307888" cy="16409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09927" y="20784215"/>
            <a:ext cx="25679400" cy="19686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06" tIns="217353" rIns="434706" bIns="217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1553394"/>
            <a:ext cx="13909677" cy="2187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06" tIns="217353" rIns="434706" bIns="217353" numCol="1" anchor="b" anchorCtr="0" compatLnSpc="1">
            <a:prstTxWarp prst="textNoShape">
              <a:avLst/>
            </a:prstTxWarp>
          </a:bodyPr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8181987" y="41553394"/>
            <a:ext cx="13909677" cy="2187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06" tIns="217353" rIns="434706" bIns="217353" numCol="1" anchor="b" anchorCtr="0" compatLnSpc="1">
            <a:prstTxWarp prst="textNoShape">
              <a:avLst/>
            </a:prstTxWarp>
          </a:bodyPr>
          <a:lstStyle>
            <a:lvl1pPr algn="r">
              <a:defRPr sz="5700"/>
            </a:lvl1pPr>
          </a:lstStyle>
          <a:p>
            <a:fld id="{7FB84CA5-7362-492D-8EBC-472296314F28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8225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4D40FB-8398-4C90-906C-C9755161D6CD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99650" y="3276600"/>
            <a:ext cx="12307888" cy="16409988"/>
          </a:xfrm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0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gaprint.com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3"/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27"/>
          <a:stretch>
            <a:fillRect/>
          </a:stretch>
        </p:blipFill>
        <p:spPr bwMode="auto">
          <a:xfrm>
            <a:off x="26871337" y="43194185"/>
            <a:ext cx="3106340" cy="28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29646909" y="43078402"/>
            <a:ext cx="2383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www.postersession.com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9A897-3608-4B3C-B0EF-8356550C6F0C}"/>
              </a:ext>
            </a:extLst>
          </p:cNvPr>
          <p:cNvSpPr txBox="1"/>
          <p:nvPr userDrawn="1"/>
        </p:nvSpPr>
        <p:spPr>
          <a:xfrm>
            <a:off x="-33771" y="43755630"/>
            <a:ext cx="482824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sz="200" b="1" dirty="0">
                <a:solidFill>
                  <a:srgbClr val="003064"/>
                </a:solidFill>
              </a:rPr>
              <a:t>www.postersession.com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+mj-lt"/>
          <a:ea typeface="+mj-ea"/>
          <a:cs typeface="+mj-cs"/>
        </a:defRPr>
      </a:lvl1pPr>
      <a:lvl2pPr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2pPr>
      <a:lvl3pPr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3pPr>
      <a:lvl4pPr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4pPr>
      <a:lvl5pPr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5pPr>
      <a:lvl6pPr marL="457189"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6pPr>
      <a:lvl7pPr marL="914377"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7pPr>
      <a:lvl8pPr marL="1371566"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8pPr>
      <a:lvl9pPr marL="1828754" algn="ctr" defTabSz="4389329" rtl="0" fontAlgn="base">
        <a:spcBef>
          <a:spcPct val="0"/>
        </a:spcBef>
        <a:spcAft>
          <a:spcPct val="0"/>
        </a:spcAft>
        <a:defRPr sz="21099">
          <a:solidFill>
            <a:schemeClr val="tx2"/>
          </a:solidFill>
          <a:latin typeface="Arial" charset="0"/>
        </a:defRPr>
      </a:lvl9pPr>
    </p:titleStyle>
    <p:bodyStyle>
      <a:lvl1pPr marL="1646198" indent="-1646198" algn="l" defTabSz="4389329" rtl="0" fontAlgn="base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ea"/>
          <a:cs typeface="+mn-cs"/>
        </a:defRPr>
      </a:lvl1pPr>
      <a:lvl2pPr marL="3565436" indent="-1371566" algn="l" defTabSz="4389329" rtl="0" fontAlgn="base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</a:defRPr>
      </a:lvl2pPr>
      <a:lvl3pPr marL="5486263" indent="-1096935" algn="l" defTabSz="4389329" rtl="0" fontAlgn="base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</a:defRPr>
      </a:lvl3pPr>
      <a:lvl4pPr marL="7680133" indent="-1096935" algn="l" defTabSz="4389329" rtl="0" fontAlgn="base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4pPr>
      <a:lvl5pPr marL="9875592" indent="-1096935" algn="l" defTabSz="4389329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5pPr>
      <a:lvl6pPr marL="10332780" indent="-1096935" algn="l" defTabSz="4389329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6pPr>
      <a:lvl7pPr marL="10789969" indent="-1096935" algn="l" defTabSz="4389329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7pPr>
      <a:lvl8pPr marL="11247157" indent="-1096935" algn="l" defTabSz="4389329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8pPr>
      <a:lvl9pPr marL="11704346" indent="-1096935" algn="l" defTabSz="4389329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9"/>
          <p:cNvSpPr>
            <a:spLocks noChangeArrowheads="1"/>
          </p:cNvSpPr>
          <p:nvPr/>
        </p:nvSpPr>
        <p:spPr bwMode="auto">
          <a:xfrm>
            <a:off x="11233370" y="6251848"/>
            <a:ext cx="10363200" cy="259842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AutoShape 31"/>
          <p:cNvSpPr>
            <a:spLocks noChangeArrowheads="1"/>
          </p:cNvSpPr>
          <p:nvPr/>
        </p:nvSpPr>
        <p:spPr bwMode="auto">
          <a:xfrm>
            <a:off x="21977570" y="6251848"/>
            <a:ext cx="10363200" cy="259842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489170" y="6251848"/>
            <a:ext cx="10363200" cy="259842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11461970" y="6709048"/>
            <a:ext cx="982980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/>
              <a:t>Methods</a:t>
            </a:r>
          </a:p>
        </p:txBody>
      </p:sp>
      <p:sp>
        <p:nvSpPr>
          <p:cNvPr id="2087" name="Text Box 39"/>
          <p:cNvSpPr txBox="1">
            <a:spLocks noChangeArrowheads="1"/>
          </p:cNvSpPr>
          <p:nvPr/>
        </p:nvSpPr>
        <p:spPr bwMode="auto">
          <a:xfrm>
            <a:off x="22269671" y="9071248"/>
            <a:ext cx="9766300" cy="8950352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20" name="AutoShape 30"/>
          <p:cNvSpPr>
            <a:spLocks noChangeArrowheads="1"/>
          </p:cNvSpPr>
          <p:nvPr/>
        </p:nvSpPr>
        <p:spPr bwMode="auto">
          <a:xfrm>
            <a:off x="489170" y="32805308"/>
            <a:ext cx="31851600" cy="10773451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1403570" y="33039549"/>
            <a:ext cx="14698434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 dirty="0"/>
              <a:t>Conclusions/Summary</a:t>
            </a:r>
          </a:p>
        </p:txBody>
      </p:sp>
      <p:sp>
        <p:nvSpPr>
          <p:cNvPr id="2075" name="Text Box 27"/>
          <p:cNvSpPr txBox="1">
            <a:spLocks noChangeArrowheads="1"/>
          </p:cNvSpPr>
          <p:nvPr/>
        </p:nvSpPr>
        <p:spPr bwMode="auto">
          <a:xfrm>
            <a:off x="20068487" y="34005705"/>
            <a:ext cx="8305800" cy="1092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sz="6500" dirty="0"/>
              <a:t>References</a:t>
            </a:r>
          </a:p>
        </p:txBody>
      </p:sp>
      <p:sp>
        <p:nvSpPr>
          <p:cNvPr id="2086" name="Text Box 38"/>
          <p:cNvSpPr txBox="1">
            <a:spLocks noChangeArrowheads="1"/>
          </p:cNvSpPr>
          <p:nvPr/>
        </p:nvSpPr>
        <p:spPr bwMode="auto">
          <a:xfrm>
            <a:off x="19806553" y="35091552"/>
            <a:ext cx="9186863" cy="4564536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marL="342891" indent="-342891" algn="l" defTabSz="612759" eaLnBrk="0" hangingPunct="0">
              <a:lnSpc>
                <a:spcPct val="95000"/>
              </a:lnSpc>
            </a:pPr>
            <a:endParaRPr lang="en-US" sz="2800" b="1" u="sng" dirty="0">
              <a:latin typeface="Times New Roman" pitchFamily="18" charset="0"/>
            </a:endParaRPr>
          </a:p>
          <a:p>
            <a:pPr marL="342891" indent="-342891" algn="l" defTabSz="612759" eaLnBrk="0" hangingPunct="0">
              <a:lnSpc>
                <a:spcPct val="95000"/>
              </a:lnSpc>
              <a:buFontTx/>
              <a:buAutoNum type="arabicPeriod"/>
            </a:pPr>
            <a:r>
              <a:rPr lang="en-US" sz="2800" b="1" dirty="0">
                <a:latin typeface="Times New Roman" pitchFamily="18" charset="0"/>
              </a:rPr>
              <a:t>Xxxxxxxxxxxxxxxxxxxxxxxxxxxxxxxxxxxxxxxxxxxxxxxxxxxxxxxxxxxxxxxxxxxxxxxxxxxxxxxxxxxxxxxxxxx</a:t>
            </a:r>
          </a:p>
          <a:p>
            <a:pPr marL="342891" indent="-342891" algn="l" defTabSz="612759" eaLnBrk="0" hangingPunct="0">
              <a:lnSpc>
                <a:spcPct val="95000"/>
              </a:lnSpc>
              <a:buFontTx/>
              <a:buAutoNum type="arabicPeriod"/>
            </a:pPr>
            <a:r>
              <a:rPr lang="en-US" sz="2800" b="1" dirty="0">
                <a:latin typeface="Times New Roman" pitchFamily="18" charset="0"/>
              </a:rPr>
              <a:t>Xxxxxxxxxxxxxxxxxxxxxxxxxxxxxxxxxxxxxxxxxxxxxxxxxxxxxxxxxxxxxxxxxxxxxxxxxxxxxxxxxxxxxxxxxxxx</a:t>
            </a:r>
          </a:p>
          <a:p>
            <a:pPr marL="342891" indent="-342891" algn="l" defTabSz="612759" eaLnBrk="0" hangingPunct="0">
              <a:lnSpc>
                <a:spcPct val="95000"/>
              </a:lnSpc>
              <a:buFont typeface="Symbol" pitchFamily="18" charset="2"/>
              <a:buAutoNum type="arabicPeriod"/>
            </a:pPr>
            <a:r>
              <a:rPr lang="en-US" sz="2800" b="1" dirty="0">
                <a:latin typeface="Times New Roman" pitchFamily="18" charset="0"/>
              </a:rPr>
              <a:t>Xxxxxxxxxxxxxxxxxxxxxxxxxxxxxxxxxxxxxxxxxxxxxxxxxxxxxxxxxxxxxxxxxxxxxxxxxxxxxxxxxxxxxxxxxxxxxxxxxxxxxxxxxxxxxxxxxxxxxxx</a:t>
            </a:r>
          </a:p>
          <a:p>
            <a:pPr marL="342891" indent="-342891" algn="l" defTabSz="612759" eaLnBrk="0" hangingPunct="0">
              <a:lnSpc>
                <a:spcPct val="95000"/>
              </a:lnSpc>
              <a:buFont typeface="Symbol" pitchFamily="18" charset="2"/>
              <a:buAutoNum type="arabicPeriod"/>
            </a:pPr>
            <a:r>
              <a:rPr lang="en-US" sz="2800" b="1" dirty="0">
                <a:latin typeface="Times New Roman" pitchFamily="18" charset="0"/>
              </a:rPr>
              <a:t>Xxxxxxxxxxxxxxxxxxxxxxxxxxxxxxxxxxxxxxxxxxxxxxxxxxxxxxxxxxxxxxxxxxxxxxxxxxxxxxxxxxx</a:t>
            </a:r>
          </a:p>
          <a:p>
            <a:pPr marL="342891" indent="-342891" algn="l" defTabSz="612759" eaLnBrk="0" hangingPunct="0">
              <a:lnSpc>
                <a:spcPct val="95000"/>
              </a:lnSpc>
              <a:buFont typeface="Symbol" pitchFamily="18" charset="2"/>
              <a:buAutoNum type="arabicPeriod"/>
            </a:pPr>
            <a:endParaRPr lang="en-US" sz="2800" b="1" dirty="0">
              <a:latin typeface="Times New Roman" pitchFamily="18" charset="0"/>
            </a:endParaRPr>
          </a:p>
        </p:txBody>
      </p:sp>
      <p:sp>
        <p:nvSpPr>
          <p:cNvPr id="2088" name="Text Box 40"/>
          <p:cNvSpPr txBox="1">
            <a:spLocks noChangeArrowheads="1"/>
          </p:cNvSpPr>
          <p:nvPr/>
        </p:nvSpPr>
        <p:spPr bwMode="auto">
          <a:xfrm>
            <a:off x="1352770" y="35438266"/>
            <a:ext cx="15106429" cy="6494296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wrap="square"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2090" name="Text Box 42"/>
          <p:cNvSpPr txBox="1">
            <a:spLocks noChangeArrowheads="1"/>
          </p:cNvSpPr>
          <p:nvPr/>
        </p:nvSpPr>
        <p:spPr bwMode="auto">
          <a:xfrm>
            <a:off x="717770" y="6709048"/>
            <a:ext cx="982980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 dirty="0"/>
              <a:t>Abstract </a:t>
            </a:r>
          </a:p>
        </p:txBody>
      </p:sp>
      <p:sp>
        <p:nvSpPr>
          <p:cNvPr id="2091" name="Text Box 43"/>
          <p:cNvSpPr txBox="1">
            <a:spLocks noChangeArrowheads="1"/>
          </p:cNvSpPr>
          <p:nvPr/>
        </p:nvSpPr>
        <p:spPr bwMode="auto">
          <a:xfrm>
            <a:off x="22206170" y="6720162"/>
            <a:ext cx="982980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 dirty="0"/>
              <a:t>Findings/Results</a:t>
            </a:r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0" y="312441"/>
            <a:ext cx="32918400" cy="5257800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4389329"/>
            <a:endParaRPr lang="en-US">
              <a:solidFill>
                <a:schemeClr val="bg1"/>
              </a:solidFill>
            </a:endParaRP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7065706" y="726103"/>
            <a:ext cx="25733478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sz="12500" b="1" dirty="0"/>
              <a:t>Title of the </a:t>
            </a:r>
            <a:r>
              <a:rPr lang="en-US" sz="12500" b="1" dirty="0">
                <a:solidFill>
                  <a:srgbClr val="FF0000"/>
                </a:solidFill>
              </a:rPr>
              <a:t>Research</a:t>
            </a:r>
            <a:r>
              <a:rPr lang="en-US" sz="12500" b="1" dirty="0"/>
              <a:t> Study</a:t>
            </a:r>
          </a:p>
          <a:p>
            <a:pPr defTabSz="4389329"/>
            <a:r>
              <a:rPr lang="en-US" b="1" dirty="0"/>
              <a:t>Researcher(s)</a:t>
            </a:r>
          </a:p>
          <a:p>
            <a:pPr defTabSz="4389329"/>
            <a:r>
              <a:rPr lang="en-US" dirty="0"/>
              <a:t>Faculties</a:t>
            </a: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0" y="2141243"/>
            <a:ext cx="283169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endParaRPr lang="en-US" b="1" dirty="0">
              <a:highlight>
                <a:srgbClr val="FFFF00"/>
              </a:highlight>
            </a:endParaRPr>
          </a:p>
          <a:p>
            <a:pPr defTabSz="4389329">
              <a:spcBef>
                <a:spcPct val="50000"/>
              </a:spcBef>
            </a:pP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097" name="Text Box 49"/>
          <p:cNvSpPr txBox="1">
            <a:spLocks noChangeArrowheads="1"/>
          </p:cNvSpPr>
          <p:nvPr/>
        </p:nvSpPr>
        <p:spPr bwMode="auto">
          <a:xfrm>
            <a:off x="29967494" y="2169817"/>
            <a:ext cx="283169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endParaRPr lang="en-US" b="1" dirty="0">
              <a:highlight>
                <a:srgbClr val="FFFF00"/>
              </a:highlight>
            </a:endParaRPr>
          </a:p>
          <a:p>
            <a:pPr defTabSz="4389329">
              <a:spcBef>
                <a:spcPct val="50000"/>
              </a:spcBef>
            </a:pP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B3F8BE5-3ADD-465C-9156-10C73CFD1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437" y="1067411"/>
            <a:ext cx="7775733" cy="3355635"/>
          </a:xfrm>
          <a:prstGeom prst="rect">
            <a:avLst/>
          </a:prstGeom>
        </p:spPr>
      </p:pic>
      <p:sp>
        <p:nvSpPr>
          <p:cNvPr id="30" name="Text Box 39">
            <a:extLst>
              <a:ext uri="{FF2B5EF4-FFF2-40B4-BE49-F238E27FC236}">
                <a16:creationId xmlns:a16="http://schemas.microsoft.com/office/drawing/2014/main" id="{8A0DE85B-CFD1-4702-B730-917A031A4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77871" y="9114112"/>
            <a:ext cx="9766300" cy="8950352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31" name="Text Box 39">
            <a:extLst>
              <a:ext uri="{FF2B5EF4-FFF2-40B4-BE49-F238E27FC236}">
                <a16:creationId xmlns:a16="http://schemas.microsoft.com/office/drawing/2014/main" id="{66E5C679-098E-47CE-ACB9-C69FC0A95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271" y="9128424"/>
            <a:ext cx="9766300" cy="8950352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32" name="Text Box 39">
            <a:extLst>
              <a:ext uri="{FF2B5EF4-FFF2-40B4-BE49-F238E27FC236}">
                <a16:creationId xmlns:a16="http://schemas.microsoft.com/office/drawing/2014/main" id="{E21E3F11-860A-4627-AD2D-A66412C82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271" y="22406248"/>
            <a:ext cx="9766300" cy="8950352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24" name="Text Box 43">
            <a:extLst>
              <a:ext uri="{FF2B5EF4-FFF2-40B4-BE49-F238E27FC236}">
                <a16:creationId xmlns:a16="http://schemas.microsoft.com/office/drawing/2014/main" id="{67696F18-98F3-4CA7-8717-540D8422B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7570" y="20992692"/>
            <a:ext cx="982980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 dirty="0"/>
              <a:t>Analysis</a:t>
            </a:r>
          </a:p>
        </p:txBody>
      </p:sp>
      <p:sp>
        <p:nvSpPr>
          <p:cNvPr id="25" name="Text Box 39">
            <a:extLst>
              <a:ext uri="{FF2B5EF4-FFF2-40B4-BE49-F238E27FC236}">
                <a16:creationId xmlns:a16="http://schemas.microsoft.com/office/drawing/2014/main" id="{F7B2E280-064A-46DC-8E13-7FE6CE38F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37921" y="23080596"/>
            <a:ext cx="9766300" cy="8950352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61171" tIns="30584" rIns="61171" bIns="30584">
            <a:spAutoFit/>
          </a:bodyPr>
          <a:lstStyle/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algn="l" defTabSz="612759" eaLnBrk="0" hangingPunct="0">
              <a:lnSpc>
                <a:spcPct val="95000"/>
              </a:lnSpc>
            </a:pPr>
            <a:endParaRPr lang="en-US" sz="2800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r>
              <a:rPr lang="en-US" sz="2800" dirty="0">
                <a:latin typeface="Times New Roman" pitchFamily="18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  <a:endParaRPr lang="en-US" sz="2800" b="1" dirty="0">
              <a:latin typeface="Times New Roman" pitchFamily="18" charset="0"/>
            </a:endParaRPr>
          </a:p>
          <a:p>
            <a:pPr algn="l" defTabSz="612759" eaLnBrk="0" hangingPunct="0">
              <a:lnSpc>
                <a:spcPct val="95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0343B25F-338C-4241-876C-CE1E9A00B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70" y="20186975"/>
            <a:ext cx="9829800" cy="1415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389329">
              <a:spcBef>
                <a:spcPct val="50000"/>
              </a:spcBef>
            </a:pPr>
            <a:r>
              <a:rPr lang="en-US" b="1" dirty="0"/>
              <a:t>Introduction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2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38</Words>
  <Application>Microsoft Office PowerPoint</Application>
  <PresentationFormat>Custom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Symbol</vt:lpstr>
      <vt:lpstr>Times New Roman</vt:lpstr>
      <vt:lpstr>Default Design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36x48 Horizontal Poster</dc:title>
  <dc:creator>Ethan Shulda;www.postersession.com</dc:creator>
  <cp:keywords>www.postersession.com</cp:keywords>
  <dc:description>©MegaPrint Inc. 2009-2015</dc:description>
  <cp:lastModifiedBy>Muhammad Agni Catur Bhakti</cp:lastModifiedBy>
  <cp:revision>77</cp:revision>
  <cp:lastPrinted>2011-03-08T18:07:35Z</cp:lastPrinted>
  <dcterms:created xsi:type="dcterms:W3CDTF">2008-12-04T00:20:37Z</dcterms:created>
  <dcterms:modified xsi:type="dcterms:W3CDTF">2025-04-22T02:08:15Z</dcterms:modified>
  <cp:category>Research Poster</cp:category>
</cp:coreProperties>
</file>